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32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 content and project framing adapted from uploaded project draft: AI_IDS_Wireless_Security_Revised_Shahd(1).docx.
University logo extracted from the uploaded document assets.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 on wireless-network exposure, common attack types, and limitations of signature-based IDS are based on the uploaded project draft and its cited references.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Timing and opportunity narrative are inferred from the uploaded project draft: growing wireless dependence, dynamic threat behavior, and applicability of AI/ML to IDS.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Solution workflow is based on the uploaded project draft sections: Proposed System, System Design, Methodology, and Implementation.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figure extracted from the uploaded project document assets.
Module descriptions are based on the System Design section of the uploaded project draft.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Advantages and comparison points are grounded in the uploaded project draft: Literature Review, AI/ML background, Comparison with Traditional Methods, and Advantages sections.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Prototype status is based on the uploaded project implementation section and the working classroom code discussed in the session. No large-scale real-world validation is claimed.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 cases are inferred from the wireless-network and IDS application contexts discussed in the uploaded project draft, including wireless and sensor-network environments.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Roadmap and investment ask are strategic inferences built from the project status in the uploaded draft and working prototype context.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summary is based on the uploaded project draft and the investor-oriented reframing requested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A63"/>
          </a:solidFill>
          <a:ln w="12700">
            <a:solidFill>
              <a:srgbClr val="143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4373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AI-IDS for Wireless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6437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Shahd Radwan • Taqwa Qadah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3473C9B-0BB1-68E3-7D8B-EFEE4C03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385" y="638716"/>
            <a:ext cx="3984172" cy="23820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A78F73-C0CE-B457-5A40-E7F9BD2692E6}"/>
              </a:ext>
            </a:extLst>
          </p:cNvPr>
          <p:cNvSpPr txBox="1"/>
          <p:nvPr/>
        </p:nvSpPr>
        <p:spPr>
          <a:xfrm>
            <a:off x="3053443" y="3244334"/>
            <a:ext cx="66783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An-Najah National University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2026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Artificial Intelligence-Based Intrusion Detection for Enhancing Wireless Network Security</a:t>
            </a: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Dr. Jehad </a:t>
            </a:r>
            <a:r>
              <a:rPr lang="en-US" dirty="0" err="1">
                <a:solidFill>
                  <a:schemeClr val="bg1"/>
                </a:solidFill>
              </a:rPr>
              <a:t>Hammare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By: Shahd Radwan, Taqwa </a:t>
            </a:r>
            <a:r>
              <a:rPr lang="en-US" dirty="0" err="1">
                <a:solidFill>
                  <a:schemeClr val="bg1"/>
                </a:solidFill>
              </a:rPr>
              <a:t>Qadah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66B133-94FC-0E8F-7B7B-04A307831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" y="114804"/>
            <a:ext cx="1218253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5EBF23-BCC4-8580-44A9-9BBF9B75B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00" y="364178"/>
            <a:ext cx="8073129" cy="1329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6F6A7E-1FB7-406C-251C-4ABEB73C522D}"/>
              </a:ext>
            </a:extLst>
          </p:cNvPr>
          <p:cNvSpPr txBox="1"/>
          <p:nvPr/>
        </p:nvSpPr>
        <p:spPr>
          <a:xfrm>
            <a:off x="287100" y="1801308"/>
            <a:ext cx="85480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An AI-powered intrusion detection layer built for wireless networks - designed to catch what signature-based tools miss.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CFFD50-93D7-6A5E-76BD-13C73A0D5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38890" y="4114800"/>
            <a:ext cx="3169724" cy="671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CAB957-E93C-D369-699D-0F7BB09D2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125" y="4116163"/>
            <a:ext cx="3170195" cy="670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3983FA-728C-49A1-B6A7-6EFE99130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772" y="4114800"/>
            <a:ext cx="3170195" cy="6706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C6A878-A5F8-DE75-9C70-66FE3539AA81}"/>
              </a:ext>
            </a:extLst>
          </p:cNvPr>
          <p:cNvSpPr txBox="1"/>
          <p:nvPr/>
        </p:nvSpPr>
        <p:spPr>
          <a:xfrm>
            <a:off x="555172" y="4265443"/>
            <a:ext cx="3053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AI-based IDS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DC3F2-CEB5-4F52-6F99-BF35E255263F}"/>
              </a:ext>
            </a:extLst>
          </p:cNvPr>
          <p:cNvSpPr txBox="1"/>
          <p:nvPr/>
        </p:nvSpPr>
        <p:spPr>
          <a:xfrm>
            <a:off x="4293588" y="4222866"/>
            <a:ext cx="6106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Wireless-first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C50B4-4CBE-3226-CAA4-0B4DD7D592A5}"/>
              </a:ext>
            </a:extLst>
          </p:cNvPr>
          <p:cNvSpPr txBox="1"/>
          <p:nvPr/>
        </p:nvSpPr>
        <p:spPr>
          <a:xfrm>
            <a:off x="7781188" y="4299811"/>
            <a:ext cx="3036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Random Forest core</a:t>
            </a:r>
          </a:p>
        </p:txBody>
      </p:sp>
    </p:spTree>
    <p:extLst>
      <p:ext uri="{BB962C8B-B14F-4D97-AF65-F5344CB8AC3E}">
        <p14:creationId xmlns:p14="http://schemas.microsoft.com/office/powerpoint/2010/main" val="288609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dirty="0">
                <a:solidFill>
                  <a:srgbClr val="64748B"/>
                </a:solidFill>
              </a:rPr>
              <a:t>Wireless traffic is growing fast, but security visibility is still weak.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" cy="12344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72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Open-air exposure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Wireless traffic travels through the air, which makes interception, spoofing, and disruption easier than in closed wired links.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88920"/>
            <a:ext cx="109728" cy="12344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443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Blind spot in legacy IDS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322783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Traditional IDS depends heavily on known attack signatures and struggles with unknown or zero-day threats.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60520"/>
            <a:ext cx="109728" cy="12344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159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Operational cost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59943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False alarms waste analyst time, while missed attacks create service disruption and data risk.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68122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172A"/>
                </a:solidFill>
              </a:rPr>
              <a:t>Why this matters to customers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2121408"/>
            <a:ext cx="58978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Campuses and enterprises rely on dense Wi-Fi environments with many unmanaged endpoints.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IoT and healthcare-style wireless deployments increase attack surface and make manual monitoring harder.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Customers need faster detection without adding heavyweight infrastructure.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3480" y="4553712"/>
            <a:ext cx="53949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47365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A63"/>
                </a:solidFill>
              </a:rPr>
              <a:t>Investor takeaway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49926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There is a clear gap between static security tools and the dynamic behavior of modern wireless networks.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72A"/>
                </a:solidFill>
              </a:rPr>
              <a:t>Why Now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Three trends make this the right moment for an AI-driven wireless IDS.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755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B3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8448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Wireless-first operations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2402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Organizations now treat Wi-Fi as primary infrastructure, not just a convenience layer.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87552" y="32461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i="1" dirty="0">
                <a:solidFill>
                  <a:srgbClr val="64748B"/>
                </a:solidFill>
              </a:rPr>
              <a:t>Result: more traffic, more endpoints, more monitoring complexity.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55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9D78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19472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AI is practical now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Machine-learning classifiers can now be implemented with lightweight tools and integrated into monitoring workflows.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8576" y="32461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i="1" dirty="0">
                <a:solidFill>
                  <a:srgbClr val="64748B"/>
                </a:solidFill>
              </a:rPr>
              <a:t>Result: feasible detection upgrades without enterprise-scale complexity.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973568" y="155448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755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134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0496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Detection needs to evolve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Static signatures alone are not enough for shifting attack behavior in wireless environments.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0" y="32461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i="1" dirty="0">
                <a:solidFill>
                  <a:srgbClr val="64748B"/>
                </a:solidFill>
              </a:rPr>
              <a:t>Result: customers are ready for behavior-based security layers.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A behavior-based IDS layer that turns wireless traffic into actionable security alerts.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9728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4792" y="1627632"/>
            <a:ext cx="530352" cy="530352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9384" y="17556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1488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514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1. Collect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16152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Capture traffic features from the wireless environment.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62272" y="1627632"/>
            <a:ext cx="530352" cy="530352"/>
          </a:xfrm>
          <a:prstGeom prst="ellipse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7556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1488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514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2. Prepare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13632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Clean and encode data so the model can learn useful patterns.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159752" y="1627632"/>
            <a:ext cx="530352" cy="53035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4344" y="17556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21488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514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3. Classify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11112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Use Random Forest to decide whether traffic is normal or malicious.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9857232" y="1627632"/>
            <a:ext cx="530352" cy="53035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21824" y="17556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21488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514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4. Respond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08592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34155"/>
                </a:solidFill>
              </a:rPr>
              <a:t>Trigger alerts and support mitigation actions for suspicious flows.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3182112" y="2971800"/>
            <a:ext cx="320040" cy="411480"/>
          </a:xfrm>
          <a:prstGeom prst="chevron">
            <a:avLst/>
          </a:prstGeom>
          <a:solidFill>
            <a:srgbClr val="D9E6F5"/>
          </a:solidFill>
          <a:ln w="12700">
            <a:solidFill>
              <a:srgbClr val="D9E6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9592" y="2971800"/>
            <a:ext cx="320040" cy="411480"/>
          </a:xfrm>
          <a:prstGeom prst="chevron">
            <a:avLst/>
          </a:prstGeom>
          <a:solidFill>
            <a:srgbClr val="D9E6F5"/>
          </a:solidFill>
          <a:ln w="12700">
            <a:solidFill>
              <a:srgbClr val="D9E6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7072" y="2971800"/>
            <a:ext cx="320040" cy="411480"/>
          </a:xfrm>
          <a:prstGeom prst="chevron">
            <a:avLst/>
          </a:prstGeom>
          <a:solidFill>
            <a:srgbClr val="D9E6F5"/>
          </a:solidFill>
          <a:ln w="12700">
            <a:solidFill>
              <a:srgbClr val="D9E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892040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3A63"/>
                </a:solidFill>
              </a:rPr>
              <a:t>This is not another signature list. It is an adaptive detection workflow designed to spot suspicious behavior earlier.</a:t>
            </a:r>
            <a:endParaRPr lang="en-US" sz="15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Product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39" y="868680"/>
            <a:ext cx="99832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The technical design is simple enough to deploy, but strong enough to improve detection quality.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pic>
        <p:nvPicPr>
          <p:cNvPr id="5" name="Image 0" descr="/mnt/data/user-aSZZYh8NsAmYz5NozvyKTrfW/c10939f5eef24ff1b075a93e515dc6b3/mnt/data/extracted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86185"/>
            <a:ext cx="6172200" cy="29885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19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Core modules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36992" y="2066544"/>
            <a:ext cx="29718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</a:rPr>
              <a:t>Flow Collector gathers network-traffic features and connection behavior.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</a:rPr>
              <a:t>Preprocessing layer prepares the raw data for reliable classification.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</a:rPr>
              <a:t>Random Forest acts as the intelligence engine for anomaly detection.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</a:rPr>
              <a:t>Alert/Response layer converts model output into operator action.</a:t>
            </a:r>
            <a:endParaRPr lang="en-US" sz="1430" dirty="0"/>
          </a:p>
        </p:txBody>
      </p:sp>
      <p:sp>
        <p:nvSpPr>
          <p:cNvPr id="9" name="Text 6"/>
          <p:cNvSpPr/>
          <p:nvPr/>
        </p:nvSpPr>
        <p:spPr>
          <a:xfrm>
            <a:off x="7936992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43A63"/>
                </a:solidFill>
              </a:rPr>
              <a:t>Investor message: the architecture is modular, understandable, and suitable for staged productization.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Why This Approach Wins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39" y="868680"/>
            <a:ext cx="92485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Random Forest gives us a practical balance of accuracy, robustness, and deployability.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28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Compared with traditional signature-based 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2267712"/>
            <a:ext cx="43434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Detects suspicious behavior rather than waiting for exact signature matches.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Improves chances of spotting unknown or previously unseen attacks.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Reduces dependence on constant manual rule updates.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Supports smarter monitoring in fast-changing wireless environments.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Random Forest specifically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226771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D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2395728"/>
            <a:ext cx="201168" cy="201168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34086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Strong classification performance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46520" y="299923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D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3127248"/>
            <a:ext cx="201168" cy="201168"/>
          </a:xfrm>
          <a:prstGeom prst="ellipse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0723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Lower overfitting risk than a single tree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446520" y="373075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D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858768"/>
            <a:ext cx="201168" cy="20116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8039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Handles noisy and high-dimensional data well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446520" y="446227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D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4590288"/>
            <a:ext cx="201168" cy="20116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53542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Easy to explain to technical buyers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Current Status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84157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</a:rPr>
              <a:t>We already have a working prototype - now we need validation and scale.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109728" cy="118872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Prototype complete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0391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Python + Scikit-learn implementation with end-to-end training, testing, and classification workflow.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926080"/>
            <a:ext cx="109728" cy="118872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81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Demo-ready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33649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The system can load data, preprocess features, classify traffic, and produce evaluation outputs.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251960"/>
            <a:ext cx="109728" cy="11887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407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Next milestone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32688" y="46908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Replace sample/demo data with benchmark and real wireless traffic for stronger proof and pilot readiness.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68122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874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Validation path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83480" y="2880360"/>
            <a:ext cx="1417320" cy="1051560"/>
          </a:xfrm>
          <a:prstGeom prst="chevron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30906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Academic benchmark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01768" y="40416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334155"/>
                </a:solidFill>
              </a:rPr>
              <a:t>Validate using NSL-KDD and stronger evaluation metrics.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7086600" y="2880360"/>
            <a:ext cx="1417320" cy="1051560"/>
          </a:xfrm>
          <a:prstGeom prst="chevron">
            <a:avLst/>
          </a:prstGeom>
          <a:solidFill>
            <a:srgbClr val="EEF7F3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30906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Pilot environment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04888" y="40416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334155"/>
                </a:solidFill>
              </a:rPr>
              <a:t>Test in a controlled wireless deployment with real traffic patterns.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9189720" y="2880360"/>
            <a:ext cx="1417320" cy="1051560"/>
          </a:xfrm>
          <a:prstGeom prst="chevron">
            <a:avLst/>
          </a:prstGeom>
          <a:solidFill>
            <a:srgbClr val="FFF4DE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54312" y="30906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Product hardening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08008" y="40416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334155"/>
                </a:solidFill>
              </a:rPr>
              <a:t>Add alert workflows, dashboards, and integration options.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4983480" y="52578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A63"/>
                </a:solidFill>
              </a:rPr>
              <a:t>Investor message: technical feasibility is proven; the investment unlocks real-world validation and commercialization.</a:t>
            </a:r>
            <a:endParaRPr lang="en-US" sz="13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Who Buys This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We target environments where wireless uptime and trust are critical.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109728" cy="14630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013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Universities and campuses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208483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High-density Wi-Fi, many devices, constant access needs.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45920"/>
            <a:ext cx="109728" cy="1463040"/>
          </a:xfrm>
          <a:prstGeom prst="rect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8013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SMEs and branch offices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19088" y="208483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Need affordable detection without a large SOC team.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794760"/>
            <a:ext cx="109728" cy="14630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9502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Healthcare and IoT settings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3367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Wireless devices require continuous monitoring and protection.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794760"/>
            <a:ext cx="109728" cy="14630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9502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Managed network providers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19088" y="423367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A value-added detection layer for multiple customer deployments.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14400" y="56692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A63"/>
                </a:solidFill>
              </a:rPr>
              <a:t>Possible revenue paths: pilot projects • software licensing • integration into wireless monitoring stacks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F172A"/>
                </a:solidFill>
              </a:rPr>
              <a:t>What Investment Unlocks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We are looking for an investor or pilot partner who can help move this from prototype to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850392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578608"/>
            <a:ext cx="640080" cy="640080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37944" y="276148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3"/>
                </a:solidFill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Benchmark validation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Run formal testing on NSL-KDD and expand evaluation.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257800" y="2578608"/>
            <a:ext cx="640080" cy="6400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5544" y="276148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3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7373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Pilot deployment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Validate on real wireless traffic with operational feedback.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15400" y="2578608"/>
            <a:ext cx="640080" cy="640080"/>
          </a:xfrm>
          <a:prstGeom prst="ellipse">
            <a:avLst/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276148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1417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3"/>
                </a:solidFill>
              </a:rPr>
              <a:t>Phase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17373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Commercial packaging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Build alerts, dashboarding, and integration-ready product features.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2971800" y="4983480"/>
            <a:ext cx="6263640" cy="658368"/>
          </a:xfrm>
          <a:prstGeom prst="roundRect">
            <a:avLst>
              <a:gd name="adj" fmla="val 13889"/>
            </a:avLst>
          </a:prstGeom>
          <a:solidFill>
            <a:srgbClr val="143A63"/>
          </a:solidFill>
          <a:ln w="12700">
            <a:solidFill>
              <a:srgbClr val="143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5184648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Ask: early-stage support for validation, pilot access, and productization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5613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872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Back This Project?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2057400"/>
            <a:ext cx="4572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Clear pain point in wireless security.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Practical AI solution with explainable architecture.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Working prototype already built.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Strong path from academic concept to pilotable product.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4440" y="4544568"/>
            <a:ext cx="49867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43A63"/>
                </a:solidFill>
              </a:rPr>
              <a:t>AI-IDS for Wireless Security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39" y="5230368"/>
            <a:ext cx="97220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</a:rPr>
              <a:t>From research concept to investable security product.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A2DF2B-1DDA-1672-5365-064A3594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741" y="2618091"/>
            <a:ext cx="5909902" cy="162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1231</Words>
  <Application>Microsoft Office PowerPoint</Application>
  <PresentationFormat>Widescreen</PresentationFormat>
  <Paragraphs>151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IDS Investor Presentation</dc:title>
  <dc:subject>Investor-style pitch for AI-based IDS for wireless networks</dc:subject>
  <dc:creator>OpenAI</dc:creator>
  <cp:lastModifiedBy>shahd iyad</cp:lastModifiedBy>
  <cp:revision>3</cp:revision>
  <dcterms:created xsi:type="dcterms:W3CDTF">2026-04-15T20:25:28Z</dcterms:created>
  <dcterms:modified xsi:type="dcterms:W3CDTF">2026-04-15T22:08:10Z</dcterms:modified>
</cp:coreProperties>
</file>